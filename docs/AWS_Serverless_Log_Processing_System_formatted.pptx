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Serverless Log Processing &amp; Alerting System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 AWS S3, AWS Lambda, and AWS SNS for Real-Time Monitoring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Floci?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4023360" cy="260604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9CA3AF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96012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What is Floci?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Floci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 is an open-source, local cloud emulator that allows developers to run complete cloud environments locally on their own machines.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How to Get Started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Running Floci is as simple as launching a single Docker container to instantly spin up its services: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26280" y="822960"/>
            <a:ext cx="4206240" cy="2606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1005840"/>
            <a:ext cx="3749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Launch Floci with a single Docker container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--rm -p 4566:4566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-v /var/run/docker.sock:/var/run/docker.sock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floci/floci:latest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Pointing Your Tools to Floci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Redirect your environment variables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AWS_ENDPOINT_URL=http://localhost:4566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AWS_ACCESS_KEY_ID=test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AWS_SECRET_ACCESS_KEY=test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AWS_DEFAULT_REGION=us-east-1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Now you can interact with your local cloud for free!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mb s3://my-local-bucket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AWS S3?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4023360" cy="347472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9CA3AF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Definition</a:t>
            </a:r>
            <a:endParaRPr lang="en-US" sz="15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</a:rPr>
              <a:t>S3 = Simple Storage Service</a:t>
            </a:r>
            <a:endParaRPr lang="en-US" sz="15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It is a cloud storage service by AWS where you can store ANY type of file — logs, images, videos, JSON, CSV, PDFs — like a hard drive on the internet.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663440" y="822960"/>
            <a:ext cx="4023360" cy="347472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9CA3AF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Key Concepts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46320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</a:rPr>
              <a:t>• Bucket: 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Like a folder on the internet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23500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</a:rPr>
              <a:t>• Object: 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Any file stored inside a bucket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282549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</a:rPr>
              <a:t>• Key: 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The file path/name inside the bucket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330098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</a:rPr>
              <a:t>• Region: 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Physical location of the storage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4754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Simple Analogy &amp; Project Context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4023360" cy="347472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9CA3AF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How S3 Works — Google Drive Analogy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Drive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14173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→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23160" y="1417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01368"/>
            <a:ext cx="32918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013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Drive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18013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8013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1854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Folder/File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18541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21854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5694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name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256946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23160" y="25694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29535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servers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3120" y="295351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23160" y="29535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Region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822960"/>
            <a:ext cx="4023360" cy="347472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9CA3AF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S3 in Our Log Processing Project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Our Project Uses 2 Buckets: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• app-logs-bucket/logs/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(application.log, server.log, error.log)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2029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• processed-logs-bucket/results/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(application.log_result.json)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2468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Flow Context: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743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uploads .log file to app-logs-bucket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291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fires ObjectCreated event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566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3840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is triggered automatically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0" y="4754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Create &amp; Use S3 (Floci/AWS CLI)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3657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Start Floci (local AWS) &amp; Set Environment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--rm -p 4566:4566 floci/floci:latest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AWS_ENDPOINT_URL=http://localhost:4566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AWS_DEFAULT_REGION=us-east-1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AWS_ACCESS_KEY_ID=test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AWS_SECRET_ACCESS_KEY=test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Create Bucket &amp; Basic S3 Commands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mb s3://my-bucket-name                          # Create a bucket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ls                                              # Verify buckets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cp myfile.txt s3://my-bucket-name/               # Upload file to bucket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cp myfile.txt s3://my-bucket-name/logs/myfile.txt # Upload to a folder inside bucket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cp s3://my-bucket-name/myfile.txt ./download.txt  # Download file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Operations — Maintenance &amp; Event Trigger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3657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Extra Operations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ls s3://my-bucket-name/                          # List all files in bucket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rm s3://my-bucket-name/myfile.txt                 # Delete a 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rb s3://my-bucket-name --force                   # Delete entire bucket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S3 Event Trigger Setup (Key Feature)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Tell S3: "When a file is uploaded, trigger Lambda"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s3api put-bucket-notification-configuration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--bucket app-logs-bucket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--notification-configuration '{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"LambdaFunctionConfigurations": [{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"LambdaFunctionArn": "arn:aws:lambda:us-east-1:000000000000:function:log-processor",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"Events": ["s3:ObjectCreated:*"]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}'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is AWS Lambda?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4023360" cy="347472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9CA3AF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Definition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</a:rPr>
              <a:t>Lambda = Serverless Function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A piece of code that runs automatically when something triggers it — you don't manage any server.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You just write code → AWS runs it when needed.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822960"/>
            <a:ext cx="4023360" cy="347472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9CA3AF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0060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How Lambda Works — Vending Machine Analogy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00600" y="14630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Vending Machine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0" y="146304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14630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Lambda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828800"/>
            <a:ext cx="37490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82880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 button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18288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1828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 fires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19456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 runs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19456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code runs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5603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Gives output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256032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5603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result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92608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 sleeps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292608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29260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stops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32918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pay per use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329184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→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32918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 per invocation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0" y="4754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— Key Concepts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347472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9CA3AF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058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Core Vocabulary &amp; Architecture Parameters: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──→ 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Your code (Node.js, Python, Java etc.)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76479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──→ 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What starts the function (S3, API, Timer)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11226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──→ 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The entry point function in your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45973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──→ 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Language environment (nodejs20.x, python3.11)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80720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──→ 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Data passed to function when triggered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──→ 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Max seconds function can run (default 3s)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5021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──→ 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RAM allocated to function (128MB–10GB)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0" y="4754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Create Lambda Function (Steps 1 &amp; 2)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3657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1: Write your function code (index.mjs)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handler(event)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console.log('Lambda triggered!');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console.log('Event:', JSON.stringify(event));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statusCode: 200,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body: JSON.stringify({ message: 'Hello from Lambda!'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Package the code via Terminal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my-lambda &amp;&amp; cd my-lambda &amp;&amp; npm init -y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@aws-sdk/client-s3 @aws-sdk/client-sns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[Paste index.mjs code above inside the folder]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 -r function.zip index.mjs node_modules package.json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-lh function.zip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Deployment &amp; Standard Operations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3657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Deploy to Floci/AWS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lambda create-function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--function-name my-lambda-function --runtime nodejs20.x --handler index.handler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--zip-file fileb://function.zip --role arn:aws:iam::000000000000:role/lambda-role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--timeout 30 --memory-size 256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 Operations Management Cheat Sheet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lambda list-functions --query 'Functions[*].FunctionName' # List all functions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lambda invoke --function-name my-lambda-function --payload '{"test": "hello"}'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--cli-binary-format raw-in-base64-out output.json           # Invoke manually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output.json                                               # See output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lambda update-function-code --function-name my-lambda-function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--zip-file fileb://function.zip                             # Update code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Configuration &amp; Our Core Project Code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3657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lambda update-function-configuration --function-name my-lambda-function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--environment Variables="{ERROR_THRESHOLD=10,APP_NAME=MyApp}" # Update Env Vars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lambda delete-function --function-name my-lambda-function   # Delete function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Lambda in Our Log Processing Project (4 actions: GET, READ, PARSE, ALERT)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handler(event)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bucket = event.Records[0].s3.bucket.name; const key = event.Records[0].s3.object.key;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content = await s3.send(new GetObjectCommand({ Bucket: bucket, Key: key }));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lines = content.split('\n'); let errorCount =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line of lines) { if (line.includes('ERROR')) errorCount++;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(errorCount &gt;= 5)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sns.send(new PublishCommand({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TopicArn: SNS_TOPIC_ARN, Message: `🚨 ${errorCount} errors found in ${key}`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Permissions &amp; CloudWatch Logs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3657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Lambda Trigger Setup — Give S3 permission to invoke Lambda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lambda add-permission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--function-name log-processor-node-1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--statement-id s3-trigger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--action lambda:InvokeFunction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--principal s3.amazonaws.com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--source-arn arn:aws:s3:::app-logs-bucket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View Lambda Logs in CloudWatch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logs describe-log-groups --query 'logGroups[*].logGroupName' # See all log groups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 Lambda execution logs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logs filter-log-events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--log-group-name /aws/lambda/log-processor-node-1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--query 'events[*].message'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is AWS SNS?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4023360" cy="347472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9CA3AF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Definition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</a:rPr>
              <a:t>SNS = Simple Notification Service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A messaging service that sends alerts/notifications to multiple people or systems at the same time.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One message sent → Many receivers get it instantly.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822960"/>
            <a:ext cx="4023360" cy="347472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9CA3AF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0060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How SNS Works — WhatsApp Analogy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00600" y="14630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WhatsApp Group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55080" y="146304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→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29400" y="14630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1810512"/>
            <a:ext cx="37490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8105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name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55080" y="181051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→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29400" y="18105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 name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21579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 a message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55080" y="215798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→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29400" y="21579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 to topic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50545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members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55080" y="250545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→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29400" y="25054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28529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Members get message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55080" y="285292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→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29400" y="28529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Email/SMS/Webhook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32004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to group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55080" y="320040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→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29400" y="32004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35478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Leave group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55080" y="35478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→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629400" y="35478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Unsubscribe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772400" y="4754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SNS — Key Concepts &amp; Subscriptions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3657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Create Topic &amp; Verify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sns create-topic --name log-alerts-topic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sns list-topics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Multi-Protocol Subscriptions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sns subscribe --topic-arn arn:aws:sns:us-east-1:000000000000:log-alerts-topic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--protocol email --notification-endpoint your@email.com           # Email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sns subscribe --topic-arn arn:aws:sns:us-east-1:000000000000:log-alerts-topic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--protocol sms --notification-endpoint +919876543210              # SMS (Phone)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sns subscribe --topic-arn arn:aws:sns:us-east-1:000000000000:log-alerts-topic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--protocol https --notification-endpoint https://yoursite.com/webhook # HTTP Webhook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sns subscribe --topic-arn arn:aws:sns:us-east-1:000000000000:log-alerts-topic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--protocol sqs --notification-endpoint arn:aws:sqs:us-east-1:000000000000:my-queue # SQS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Operations &amp; SDK Node.js Code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3657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 Operations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sns publish --topic-arn arn:aws:sns:us-east-1:000000000000:log-alerts-topic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--subject "Test Alert" --message "This is a test notification from SNS" # Publish manual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sns list-subscriptions-by-topic --topic-arn arn:aws:sns:us-east-1:000000000000:log-alerts-topic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sns unsubscribe --subscription-arn arn:aws:sns:us-east-1:000000000000:log-alerts-topic:abc123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sns delete-topic --topic-arn arn:aws:sns:us-east-1:000000000000:log-alerts-topic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SNS in Our Log Processing Project (SDK Client Execution Payload)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SNSClient, PublishCommand } from '@aws-sdk/client-sns';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message = `🚨 LOG ALERT — High Error Rate Detected!\nApp: MyApp | ERROR count: 6 &gt;= 5`;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sns.send(new PublishCommand({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TopicArn : 'arn:aws:sns:us-east-1:000000000000:log-alerts-topic',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Subject  : '🚨 High Error Rate in MyApp — production', Message: message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}));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3 Work Together — Complete Flow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3657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 FLOW CHRONOLOGY: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─────────────────────────────────────────────────────────────────────────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App uploads log file              → aws s3 cp app.log s3://app-logs-bucket/logs/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S3 detects new file               → S3 Event: ObjectCreated fired!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S3 triggers Lambda                → Lambda: log-processor-node-1 starts running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4: Lambda reads file from S3         → S3.GetObjectCommand("app-logs-bucket", "app.log")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5: Lambda parses log lines           → Line 1: INFO → +1 | Line 2: ERROR E500 → errorCount +1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6: Lambda checks threshold           → errorCount (6) &gt;= ERROR_THRESHOLD (5)? YES!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7: Lambda publishes to SNS           → SNS.PublishCommand(topicArn, alertMessage)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8: SNS delivers to all subscribers   → Email sent / SMS triggered / Slack updated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9: Lambda saves result to S3         → S3.PutObjectCommand("processed-logs-bucket", result.json)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DONE! Team gets alert within seconds ✅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Summary Matrix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68680"/>
            <a:ext cx="2743200" cy="3657600"/>
          </a:xfrm>
          <a:prstGeom prst="roundRect">
            <a:avLst>
              <a:gd name="adj" fmla="val 6000"/>
            </a:avLst>
          </a:prstGeom>
          <a:solidFill>
            <a:srgbClr val="2A3147"/>
          </a:solidFill>
          <a:ln w="6350">
            <a:solidFill>
              <a:srgbClr val="374165"/>
            </a:solidFill>
            <a:prstDash val="solid"/>
          </a:ln>
          <a:effectLst>
            <a:outerShdw sx="100000" sy="100000" kx="0" ky="0" algn="bl" rotWithShape="0" blurRad="152400" dist="50800" dir="8100000">
              <a:srgbClr val="9CA3AF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62763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What: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Cloud file storage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213055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Create: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aws s3 mb s3://...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63347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Upload: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aws s3 cp file.txt s3://...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13639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Trigger: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ObjectCreated → fires Lambda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55848" y="868680"/>
            <a:ext cx="2743200" cy="3657600"/>
          </a:xfrm>
          <a:prstGeom prst="roundRect">
            <a:avLst>
              <a:gd name="adj" fmla="val 6000"/>
            </a:avLst>
          </a:prstGeom>
          <a:solidFill>
            <a:srgbClr val="2A3147"/>
          </a:solidFill>
          <a:ln w="6350">
            <a:solidFill>
              <a:srgbClr val="374165"/>
            </a:solidFill>
            <a:prstDash val="solid"/>
          </a:ln>
          <a:effectLst>
            <a:outerShdw sx="100000" sy="100000" kx="0" ky="0" algn="bl" rotWithShape="0" blurRad="152400" dist="50800" dir="8100000">
              <a:srgbClr val="9CA3AF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93008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38728" y="162763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What: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Serverless function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38728" y="213055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Create: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aws lambda create-function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38728" y="263347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Trigger: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S3 event / API call / Timer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38728" y="313639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Runtime: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nodejs20.x / python3.11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0216" y="868680"/>
            <a:ext cx="2743200" cy="3657600"/>
          </a:xfrm>
          <a:prstGeom prst="roundRect">
            <a:avLst>
              <a:gd name="adj" fmla="val 6000"/>
            </a:avLst>
          </a:prstGeom>
          <a:solidFill>
            <a:srgbClr val="2A3147"/>
          </a:solidFill>
          <a:ln w="6350">
            <a:solidFill>
              <a:srgbClr val="374165"/>
            </a:solidFill>
            <a:prstDash val="solid"/>
          </a:ln>
          <a:effectLst>
            <a:outerShdw sx="100000" sy="100000" kx="0" ky="0" algn="bl" rotWithShape="0" blurRad="152400" dist="50800" dir="8100000">
              <a:srgbClr val="9CA3AF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37376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83096" y="162763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What: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Notification messaging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83096" y="213055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Create: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aws sns create-topic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83096" y="263347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Send: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aws sns publish --message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83096" y="313639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Receive: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Email / SMS / Slack / Webhook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4754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2026-05-29T12:48:15Z</dcterms:created>
  <dcterms:modified xsi:type="dcterms:W3CDTF">2026-05-29T12:48:15Z</dcterms:modified>
</cp:coreProperties>
</file>